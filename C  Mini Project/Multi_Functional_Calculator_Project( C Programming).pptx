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Multi-Functional Calculator (C Language)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Samir Kumar</a:t>
            </a:r>
          </a:p>
          <a:p>
            <a:r>
              <a:t>Guide: Ms. Naina Devi</a:t>
            </a:r>
          </a:p>
          <a:p>
            <a:r>
              <a:t>Designation: IBM SME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</a:t>
            </a:r>
          </a:p>
          <a:p>
            <a:r>
              <a:t>• Topic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Multi-Functional Calculator developed using C programming language. It performs basic arithmetic and mathematical operations using a menu-driven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VS Code</a:t>
            </a:r>
          </a:p>
          <a:p>
            <a:r>
              <a:t>• C Programming Language</a:t>
            </a:r>
          </a:p>
          <a:p>
            <a:r>
              <a:t>• MinGW 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selects an operation from menu</a:t>
            </a:r>
          </a:p>
          <a:p>
            <a:r>
              <a:t>• Inputs required numbers</a:t>
            </a:r>
          </a:p>
          <a:p>
            <a:r>
              <a:t>• Program processes using switch-case</a:t>
            </a:r>
          </a:p>
          <a:p>
            <a:r>
              <a:t>• Displays result</a:t>
            </a:r>
          </a:p>
          <a:p/>
          <a:p>
            <a:r>
              <a:t>(Code &amp; Output screenshots will be added)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Educational purpose</a:t>
            </a:r>
          </a:p>
          <a:p>
            <a:r>
              <a:t>• Basic calculations</a:t>
            </a:r>
          </a:p>
          <a:p>
            <a:r>
              <a:t>• Learning C programming</a:t>
            </a:r>
          </a:p>
          <a:p>
            <a:r>
              <a:t>• Mini-project for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user-friendly</a:t>
            </a:r>
          </a:p>
          <a:p>
            <a:r>
              <a:t>• Fast execution</a:t>
            </a:r>
          </a:p>
          <a:p>
            <a:r>
              <a:t>• Accurate results</a:t>
            </a:r>
          </a:p>
          <a:p>
            <a:r>
              <a:t>• Easy to modify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scientific calculations</a:t>
            </a:r>
          </a:p>
          <a:p>
            <a:r>
              <a:t>• GUI-based calculator</a:t>
            </a:r>
          </a:p>
          <a:p>
            <a:r>
              <a:t>• Error handling improvements</a:t>
            </a:r>
          </a:p>
          <a:p>
            <a:r>
              <a:t>• Mobile/Desktop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Link:</a:t>
            </a:r>
          </a:p>
          <a:p>
            <a:r>
              <a:t>https://github.com/your-username/your-repository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